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67" r:id="rId6"/>
    <p:sldId id="259" r:id="rId7"/>
    <p:sldId id="268" r:id="rId8"/>
    <p:sldId id="266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D08A9-0D54-328B-F244-1EEBBFAAF82F}" v="41" dt="2026-08-25T18:08:12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Viana Fonseca Abreu" userId="S::jefferson.abreu@eldorado.org.br::68337b39-37ed-4555-aa1e-8c1046e26feb" providerId="AD" clId="Web-{4DDD08A9-0D54-328B-F244-1EEBBFAAF82F}"/>
    <pc:docChg chg="addSld delSld modSld">
      <pc:chgData name="Jefferson Viana Fonseca Abreu" userId="S::jefferson.abreu@eldorado.org.br::68337b39-37ed-4555-aa1e-8c1046e26feb" providerId="AD" clId="Web-{4DDD08A9-0D54-328B-F244-1EEBBFAAF82F}" dt="2026-08-25T18:08:12.742" v="42" actId="20577"/>
      <pc:docMkLst>
        <pc:docMk/>
      </pc:docMkLst>
      <pc:sldChg chg="addSp modSp">
        <pc:chgData name="Jefferson Viana Fonseca Abreu" userId="S::jefferson.abreu@eldorado.org.br::68337b39-37ed-4555-aa1e-8c1046e26feb" providerId="AD" clId="Web-{4DDD08A9-0D54-328B-F244-1EEBBFAAF82F}" dt="2026-08-25T18:08:12.742" v="42" actId="20577"/>
        <pc:sldMkLst>
          <pc:docMk/>
          <pc:sldMk cId="4087420433" sldId="257"/>
        </pc:sldMkLst>
        <pc:spChg chg="mod">
          <ac:chgData name="Jefferson Viana Fonseca Abreu" userId="S::jefferson.abreu@eldorado.org.br::68337b39-37ed-4555-aa1e-8c1046e26feb" providerId="AD" clId="Web-{4DDD08A9-0D54-328B-F244-1EEBBFAAF82F}" dt="2026-08-25T18:08:12.742" v="42" actId="20577"/>
          <ac:spMkLst>
            <pc:docMk/>
            <pc:sldMk cId="4087420433" sldId="257"/>
            <ac:spMk id="2" creationId="{32C12B1A-B43F-4247-B6F6-7CE055D4C6DF}"/>
          </ac:spMkLst>
        </pc:spChg>
        <pc:spChg chg="add mod">
          <ac:chgData name="Jefferson Viana Fonseca Abreu" userId="S::jefferson.abreu@eldorado.org.br::68337b39-37ed-4555-aa1e-8c1046e26feb" providerId="AD" clId="Web-{4DDD08A9-0D54-328B-F244-1EEBBFAAF82F}" dt="2026-08-25T18:00:15.335" v="10" actId="1076"/>
          <ac:spMkLst>
            <pc:docMk/>
            <pc:sldMk cId="4087420433" sldId="257"/>
            <ac:spMk id="3" creationId="{68FBB9DC-BDBE-09B3-FE76-C0310131444D}"/>
          </ac:spMkLst>
        </pc:spChg>
      </pc:sldChg>
      <pc:sldChg chg="del">
        <pc:chgData name="Jefferson Viana Fonseca Abreu" userId="S::jefferson.abreu@eldorado.org.br::68337b39-37ed-4555-aa1e-8c1046e26feb" providerId="AD" clId="Web-{4DDD08A9-0D54-328B-F244-1EEBBFAAF82F}" dt="2026-08-25T18:00:26.038" v="12"/>
        <pc:sldMkLst>
          <pc:docMk/>
          <pc:sldMk cId="985874051" sldId="258"/>
        </pc:sldMkLst>
      </pc:sldChg>
      <pc:sldChg chg="add">
        <pc:chgData name="Jefferson Viana Fonseca Abreu" userId="S::jefferson.abreu@eldorado.org.br::68337b39-37ed-4555-aa1e-8c1046e26feb" providerId="AD" clId="Web-{4DDD08A9-0D54-328B-F244-1EEBBFAAF82F}" dt="2026-08-25T18:00:32.336" v="13"/>
        <pc:sldMkLst>
          <pc:docMk/>
          <pc:sldMk cId="0" sldId="259"/>
        </pc:sldMkLst>
      </pc:sldChg>
      <pc:sldChg chg="modSp add">
        <pc:chgData name="Jefferson Viana Fonseca Abreu" userId="S::jefferson.abreu@eldorado.org.br::68337b39-37ed-4555-aa1e-8c1046e26feb" providerId="AD" clId="Web-{4DDD08A9-0D54-328B-F244-1EEBBFAAF82F}" dt="2026-08-25T18:01:48.588" v="37" actId="20577"/>
        <pc:sldMkLst>
          <pc:docMk/>
          <pc:sldMk cId="0" sldId="265"/>
        </pc:sldMkLst>
        <pc:spChg chg="mod">
          <ac:chgData name="Jefferson Viana Fonseca Abreu" userId="S::jefferson.abreu@eldorado.org.br::68337b39-37ed-4555-aa1e-8c1046e26feb" providerId="AD" clId="Web-{4DDD08A9-0D54-328B-F244-1EEBBFAAF82F}" dt="2026-08-25T18:01:48.588" v="37" actId="20577"/>
          <ac:spMkLst>
            <pc:docMk/>
            <pc:sldMk cId="0" sldId="265"/>
            <ac:spMk id="3" creationId="{00000000-0000-0000-0000-000000000000}"/>
          </ac:spMkLst>
        </pc:spChg>
      </pc:sldChg>
      <pc:sldChg chg="add">
        <pc:chgData name="Jefferson Viana Fonseca Abreu" userId="S::jefferson.abreu@eldorado.org.br::68337b39-37ed-4555-aa1e-8c1046e26feb" providerId="AD" clId="Web-{4DDD08A9-0D54-328B-F244-1EEBBFAAF82F}" dt="2026-08-25T18:00:48.008" v="15"/>
        <pc:sldMkLst>
          <pc:docMk/>
          <pc:sldMk cId="38511639" sldId="266"/>
        </pc:sldMkLst>
      </pc:sldChg>
      <pc:sldChg chg="add">
        <pc:chgData name="Jefferson Viana Fonseca Abreu" userId="S::jefferson.abreu@eldorado.org.br::68337b39-37ed-4555-aa1e-8c1046e26feb" providerId="AD" clId="Web-{4DDD08A9-0D54-328B-F244-1EEBBFAAF82F}" dt="2026-08-25T18:00:23.741" v="11"/>
        <pc:sldMkLst>
          <pc:docMk/>
          <pc:sldMk cId="2727678460" sldId="267"/>
        </pc:sldMkLst>
      </pc:sldChg>
      <pc:sldChg chg="add">
        <pc:chgData name="Jefferson Viana Fonseca Abreu" userId="S::jefferson.abreu@eldorado.org.br::68337b39-37ed-4555-aa1e-8c1046e26feb" providerId="AD" clId="Web-{4DDD08A9-0D54-328B-F244-1EEBBFAAF82F}" dt="2026-08-25T18:00:40.117" v="14"/>
        <pc:sldMkLst>
          <pc:docMk/>
          <pc:sldMk cId="61859083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C92D9-2AFC-4F4B-9A00-E82DA6702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53D6B2-78E8-F846-967B-872425BC0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15E42D-93B7-1146-ADF4-AC65D59D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B0206-743A-9D4F-97AE-E3B45612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8206B-CE90-C342-A846-3C85DF5A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14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F9F2C-A81B-564D-B070-4D24A18A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06FA5D-37D0-AB43-9052-B0AD3D3C4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7060E6-87F4-0C4B-B4AA-EC6211AD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6E013-2D44-664E-BB61-577710AA6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9FED9B-10D2-BF4F-898F-40BAE867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00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0AC8A-4991-0442-AA02-257DB7B1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D1AD6B-73DF-024F-A04C-EE8C3BD08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749246-049A-074E-AF0A-55657C55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C27CDB-26B5-2E4C-A350-C7426551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E17A46-264E-D746-AF28-194850ED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91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155A0-ED8D-E74B-AC18-3D006BA8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D4E221-32B8-5744-A3AF-BDA458B8F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278305-020A-2448-8495-0716B88DC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6B11A8-992C-0D4E-85B6-31ADCDDF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E05929-2481-6C46-A688-6376E3C9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DF3BCD-E422-5649-8973-869FA9F1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38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794C1-2672-D64E-8668-7D5B31F82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CB7AA1-3402-3E49-A98B-CE46D9FFA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868302-9321-0447-91BC-4949A161D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D54D09-344A-A049-8BD9-082808123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53827C-D947-764C-AA82-BAB3966F9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B2B159E-BDAC-AC41-9702-230E0918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5E651C-8129-9B45-AE6B-DC463A0F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DEE85E-5900-6847-AAD6-7DD0923F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46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CF619-0880-6447-818A-8C919E13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4F6432-3F35-A742-A8AC-CE3D27D3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135C4F-9219-4148-9847-02615740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909694-39BB-2B44-AB4E-0855F9D5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41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E58146-0608-C041-A963-CA36BF54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459390-BC47-F744-96EA-FBC3DF91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8FB36E-B26C-6E4E-8DF3-34212660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93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47979-7B19-1541-8032-F66422D8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AC873-E925-D245-B0DF-7767EAFF2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724E26-0A1B-E744-B194-ACC77D612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DF804D-BE95-8940-A10A-7E81C855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0A77F6-0EC0-B144-B21F-03AC609F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1B254F-81D3-D846-8C8C-6296BA3E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946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A4BCA-0C76-CD4A-A004-D79E88CA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B07B9E-62CB-6947-83C3-BDCA846CF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117B39-A57B-EC41-8DE5-B25D2477E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67FC59-64D2-3F48-ACAF-71F72244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C60BF9-41B5-F245-8FCB-A6691B1E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FB5ACB-01C9-D04C-8B84-8BB7B8BC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99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57A5E-AB81-B542-8B48-28C4D6E1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281AE7-F240-4644-AB71-1D9C5DAB8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7FECB5-01B0-CE4A-B6B8-048FBCFF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0797A0-DCEF-B142-B550-6D74B47D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739BA-CDDA-0C4E-A971-932A6639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74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4F3818-FE7D-5040-8A13-9594ABBB0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43C6F0-2BE9-9949-916D-CD3307E15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F4694F-6BDD-AC48-892E-EFFD557D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59145-F536-1749-87DC-EC5709D6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E79E9F-CA50-5D4E-B9C5-A554A543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77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CA2A98-4874-BD44-8220-2A730240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1DA30B-35ED-924A-839E-BB360EE9C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B18AAF-F518-CB4B-BC27-D8C3B7096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08283-67E1-A747-BDA7-7908885638B5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F08F0B-D2B1-2E40-AFBC-CD88830BC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C1C93B-AB6D-7646-AA8B-C74AD4641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9BEF8-68DF-6146-8902-9CAF29EDE59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12B1A-B43F-4247-B6F6-7CE055D4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>
                <a:ea typeface="Calibri Light"/>
                <a:cs typeface="Calibri Light"/>
              </a:rPr>
              <a:t>Nano-Challenge: Spotify Data</a:t>
            </a:r>
            <a:endParaRPr lang="pt-BR" sz="6000">
              <a:ea typeface="Calibri Light"/>
              <a:cs typeface="Calibri Ligh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F16334-EEDE-D947-BA20-52E82C45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0400"/>
            <a:ext cx="12192000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BB9DC-BDBE-09B3-FE76-C0310131444D}"/>
              </a:ext>
            </a:extLst>
          </p:cNvPr>
          <p:cNvSpPr txBox="1"/>
          <p:nvPr/>
        </p:nvSpPr>
        <p:spPr>
          <a:xfrm>
            <a:off x="836448" y="141451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>
                <a:latin typeface="Calibri"/>
              </a:rPr>
              <a:t>CBL aplicado à análise de dados</a:t>
            </a:r>
            <a:r>
              <a:rPr sz="2400">
                <a:latin typeface="Calibri"/>
                <a:ea typeface="Calibri"/>
                <a:cs typeface="Calibr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42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FAC6-C589-175C-4D4A-4EB1006B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448878"/>
            <a:ext cx="8229600" cy="1945640"/>
          </a:xfrm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3200">
                <a:ea typeface="Calibri"/>
                <a:cs typeface="Calibri"/>
              </a:rPr>
              <a:t>Como </a:t>
            </a:r>
            <a:r>
              <a:rPr lang="en-US" sz="3200" err="1">
                <a:ea typeface="Calibri"/>
                <a:cs typeface="Calibri"/>
              </a:rPr>
              <a:t>gerar</a:t>
            </a:r>
            <a:r>
              <a:rPr lang="en-US" sz="3200">
                <a:ea typeface="Calibri"/>
                <a:cs typeface="Calibri"/>
              </a:rPr>
              <a:t> </a:t>
            </a:r>
            <a:r>
              <a:rPr lang="en-US" sz="3200" i="1">
                <a:ea typeface="Calibri"/>
                <a:cs typeface="Calibri"/>
              </a:rPr>
              <a:t>insights </a:t>
            </a:r>
            <a:r>
              <a:rPr lang="en-US" sz="3200">
                <a:ea typeface="Calibri"/>
                <a:cs typeface="Calibri"/>
              </a:rPr>
              <a:t>a </a:t>
            </a:r>
            <a:r>
              <a:rPr lang="en-US" sz="3200" err="1">
                <a:ea typeface="Calibri"/>
                <a:cs typeface="Calibri"/>
              </a:rPr>
              <a:t>partir</a:t>
            </a:r>
            <a:r>
              <a:rPr lang="en-US" sz="3200">
                <a:ea typeface="Calibri"/>
                <a:cs typeface="Calibri"/>
              </a:rPr>
              <a:t> do </a:t>
            </a:r>
            <a:r>
              <a:rPr lang="en-US" sz="3200" i="1">
                <a:ea typeface="Calibri"/>
                <a:cs typeface="Calibri"/>
              </a:rPr>
              <a:t>Spotify Dataset</a:t>
            </a:r>
            <a:r>
              <a:rPr lang="en-US" sz="3200">
                <a:ea typeface="Calibri"/>
                <a:cs typeface="Calibri"/>
              </a:rPr>
              <a:t>?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2767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Equipes de 5 </a:t>
            </a:r>
            <a:r>
              <a:rPr lang="en-US" err="1">
                <a:ea typeface="Calibri"/>
                <a:cs typeface="Calibri"/>
              </a:rPr>
              <a:t>pessoas</a:t>
            </a:r>
            <a:endParaRPr lang="en-US" err="1"/>
          </a:p>
          <a:p>
            <a:r>
              <a:rPr err="1"/>
              <a:t>Entregar</a:t>
            </a:r>
            <a:r>
              <a:t> </a:t>
            </a:r>
            <a:r>
              <a:rPr err="1"/>
              <a:t>recomendações</a:t>
            </a:r>
            <a:r>
              <a:t> </a:t>
            </a:r>
            <a:r>
              <a:rPr err="1"/>
              <a:t>baseadas</a:t>
            </a:r>
            <a:r>
              <a:t> </a:t>
            </a:r>
            <a:r>
              <a:rPr err="1"/>
              <a:t>em</a:t>
            </a:r>
            <a:r>
              <a:t> </a:t>
            </a:r>
            <a:r>
              <a:rPr err="1"/>
              <a:t>evidências</a:t>
            </a:r>
            <a:endParaRPr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0848-3ED4-0AE8-815A-A66DE306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9C50-5241-67AD-2346-F4AAA0830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5278"/>
            <a:ext cx="8229600" cy="1143000"/>
          </a:xfrm>
        </p:spPr>
        <p:txBody>
          <a:bodyPr/>
          <a:lstStyle/>
          <a:p>
            <a:pPr algn="ctr"/>
            <a:r>
              <a:rPr lang="en-US">
                <a:ea typeface="Calibri"/>
                <a:cs typeface="Calibri"/>
              </a:rPr>
              <a:t>Guiding Questions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8590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969A-9293-1C6F-513F-9A19E8CE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Guiding Resources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8EAE-F238-C09E-B183-460A91134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51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Entregáveis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Notebook (</a:t>
            </a:r>
            <a:r>
              <a:rPr lang="en-US" err="1">
                <a:ea typeface="Calibri"/>
                <a:cs typeface="Calibri"/>
              </a:rPr>
              <a:t>ipynb</a:t>
            </a:r>
            <a:r>
              <a:rPr lang="en-US">
                <a:ea typeface="Calibri"/>
                <a:cs typeface="Calibri"/>
              </a:rPr>
              <a:t>), </a:t>
            </a:r>
          </a:p>
          <a:p>
            <a:r>
              <a:rPr lang="en-US" err="1">
                <a:ea typeface="Calibri"/>
                <a:cs typeface="Calibri"/>
              </a:rPr>
              <a:t>Apresentação</a:t>
            </a:r>
            <a:r>
              <a:rPr lang="en-US">
                <a:ea typeface="Calibri"/>
                <a:cs typeface="Calibri"/>
              </a:rPr>
              <a:t> final.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Plots</a:t>
            </a:r>
            <a:endParaRPr lang="en-GB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Calibri"/>
                <a:cs typeface="Calibri"/>
              </a:rPr>
              <a:t>Hipóteses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testadas</a:t>
            </a:r>
            <a:endParaRPr lang="en-GB" err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768AB605BD247BBB4F0A0A00D69C6" ma:contentTypeVersion="3" ma:contentTypeDescription="Create a new document." ma:contentTypeScope="" ma:versionID="3f9605a88575d2798589fcdf51fcd040">
  <xsd:schema xmlns:xsd="http://www.w3.org/2001/XMLSchema" xmlns:xs="http://www.w3.org/2001/XMLSchema" xmlns:p="http://schemas.microsoft.com/office/2006/metadata/properties" xmlns:ns2="f37cae97-4517-418f-91ec-3e02d013ea66" targetNamespace="http://schemas.microsoft.com/office/2006/metadata/properties" ma:root="true" ma:fieldsID="2846ed46ba1e426186253e44a444e6d4" ns2:_="">
    <xsd:import namespace="f37cae97-4517-418f-91ec-3e02d013ea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7cae97-4517-418f-91ec-3e02d013ea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708DC0-469F-4035-97EC-ADAEE06538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A48B18-E0F2-4B5C-9A1E-39EB409777CE}"/>
</file>

<file path=customXml/itemProps3.xml><?xml version="1.0" encoding="utf-8"?>
<ds:datastoreItem xmlns:ds="http://schemas.openxmlformats.org/officeDocument/2006/customXml" ds:itemID="{ED281ABE-1104-4BA6-9E84-F739A645184D}">
  <ds:schemaRefs>
    <ds:schemaRef ds:uri="9d6ddf11-cee4-480a-a813-9b18d4a8ba0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Tema do Office</vt:lpstr>
      <vt:lpstr>Nano-Challenge: Spotify Data</vt:lpstr>
      <vt:lpstr>Como gerar insights a partir do Spotify Dataset?</vt:lpstr>
      <vt:lpstr>Challenge</vt:lpstr>
      <vt:lpstr>Guiding Questions</vt:lpstr>
      <vt:lpstr>Guiding Resources</vt:lpstr>
      <vt:lpstr>Entregáveis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 Beatriz Ardinghi</dc:creator>
  <cp:revision>1</cp:revision>
  <dcterms:created xsi:type="dcterms:W3CDTF">2026-08-25T17:36:33Z</dcterms:created>
  <dcterms:modified xsi:type="dcterms:W3CDTF">2026-08-25T18:08:50Z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0x010100AB4768AB605BD247BBB4F0A0A00D69C6</vt:lpwstr>
  </property>
  <property fmtid="{D5CDD505-2E9C-101B-9397-08002B2CF9AE}" pid="3" name="MediaServiceImageTags">
    <vt:lpwstr/>
  </property>
  <property fmtid="{D5CDD505-2E9C-101B-9397-08002B2CF9AE}" pid="4" name="Order">
    <vt:r8>10600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